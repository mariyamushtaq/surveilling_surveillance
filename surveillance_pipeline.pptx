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61" d="100"/>
          <a:sy n="161" d="100"/>
        </p:scale>
        <p:origin x="26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282584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74320" y="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Surveillance Camera Detection Pipeline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28600" y="594360"/>
            <a:ext cx="2377440" cy="27432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28600" y="5943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Inputs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154680" y="594360"/>
            <a:ext cx="3291840" cy="27432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154680" y="5943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040880" y="594360"/>
            <a:ext cx="1874520" cy="27432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040880" y="59436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4320" y="960120"/>
            <a:ext cx="2286000" cy="685800"/>
          </a:xfrm>
          <a:prstGeom prst="rect">
            <a:avLst/>
          </a:prstGeom>
          <a:solidFill>
            <a:srgbClr val="FFFFFF"/>
          </a:solidFill>
          <a:ln w="15240">
            <a:solidFill>
              <a:srgbClr val="2222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65760" y="960120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ALPR Site Coords</a:t>
            </a:r>
            <a:endParaRPr lang="en-US" sz="10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Deflock / OSM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74320" y="1682496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55555"/>
                </a:solidFill>
              </a:rPr>
              <a:t>+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74320" y="1901952"/>
            <a:ext cx="2286000" cy="594360"/>
          </a:xfrm>
          <a:prstGeom prst="rect">
            <a:avLst/>
          </a:prstGeom>
          <a:solidFill>
            <a:srgbClr val="FFFFFF"/>
          </a:solidFill>
          <a:ln w="15240">
            <a:solidFill>
              <a:srgbClr val="2222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65760" y="1901952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Citywide Sample Definitions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417320" y="2532888"/>
            <a:ext cx="0" cy="301752"/>
          </a:xfrm>
          <a:prstGeom prst="line">
            <a:avLst/>
          </a:prstGeom>
          <a:noFill/>
          <a:ln w="1905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307592" y="2743200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11111"/>
                </a:solidFill>
              </a:rPr>
              <a:t>▼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74320" y="2962656"/>
            <a:ext cx="2286000" cy="685800"/>
          </a:xfrm>
          <a:prstGeom prst="rect">
            <a:avLst/>
          </a:prstGeom>
          <a:solidFill>
            <a:srgbClr val="FFFFFF"/>
          </a:solidFill>
          <a:ln w="15240">
            <a:solidFill>
              <a:srgbClr val="2222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65760" y="2962656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GSV API</a:t>
            </a:r>
            <a:endParaRPr lang="en-US" sz="10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Imagery + Metadata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560320" y="1261872"/>
            <a:ext cx="594360" cy="0"/>
          </a:xfrm>
          <a:prstGeom prst="line">
            <a:avLst/>
          </a:prstGeom>
          <a:noFill/>
          <a:ln w="1905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2560320" y="1261872"/>
            <a:ext cx="502920" cy="0"/>
          </a:xfrm>
          <a:prstGeom prst="line">
            <a:avLst/>
          </a:prstGeom>
          <a:noFill/>
          <a:ln w="1905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971800" y="117043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560320" y="3291840"/>
            <a:ext cx="502920" cy="0"/>
          </a:xfrm>
          <a:prstGeom prst="line">
            <a:avLst/>
          </a:prstGeom>
          <a:noFill/>
          <a:ln w="1905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3063240" y="2139696"/>
            <a:ext cx="0" cy="1152144"/>
          </a:xfrm>
          <a:prstGeom prst="line">
            <a:avLst/>
          </a:prstGeom>
          <a:noFill/>
          <a:ln w="1905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3063240" y="2139696"/>
            <a:ext cx="45720" cy="0"/>
          </a:xfrm>
          <a:prstGeom prst="line">
            <a:avLst/>
          </a:prstGeom>
          <a:noFill/>
          <a:ln w="1905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017520" y="204825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200400" y="960120"/>
            <a:ext cx="3108960" cy="713232"/>
          </a:xfrm>
          <a:prstGeom prst="rect">
            <a:avLst/>
          </a:prstGeom>
          <a:solidFill>
            <a:srgbClr val="FFFFFF"/>
          </a:solidFill>
          <a:ln w="15240">
            <a:solidFill>
              <a:srgbClr val="2222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291840" y="960120"/>
            <a:ext cx="29260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 Preparation</a:t>
            </a:r>
            <a:endParaRPr lang="en-US" sz="10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point generation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54880" y="1673352"/>
            <a:ext cx="0" cy="0"/>
          </a:xfrm>
          <a:prstGeom prst="line">
            <a:avLst/>
          </a:prstGeom>
          <a:noFill/>
          <a:ln w="1905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645152" y="1581912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11111"/>
                </a:solidFill>
              </a:rPr>
              <a:t>▼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00400" y="1783080"/>
            <a:ext cx="3108960" cy="713232"/>
          </a:xfrm>
          <a:prstGeom prst="rect">
            <a:avLst/>
          </a:prstGeom>
          <a:solidFill>
            <a:srgbClr val="FFFFFF"/>
          </a:solidFill>
          <a:ln w="15240">
            <a:solidFill>
              <a:srgbClr val="2222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3291840" y="1783080"/>
            <a:ext cx="29260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Acquisition</a:t>
            </a:r>
            <a:endParaRPr lang="en-US" sz="10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GSV panoramas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754880" y="2496312"/>
            <a:ext cx="0" cy="0"/>
          </a:xfrm>
          <a:prstGeom prst="line">
            <a:avLst/>
          </a:prstGeom>
          <a:noFill/>
          <a:ln w="1905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645152" y="2404872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11111"/>
                </a:solidFill>
              </a:rPr>
              <a:t>▼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200400" y="2606040"/>
            <a:ext cx="3108960" cy="713232"/>
          </a:xfrm>
          <a:prstGeom prst="rect">
            <a:avLst/>
          </a:prstGeom>
          <a:solidFill>
            <a:srgbClr val="FFFFFF"/>
          </a:solidFill>
          <a:ln w="15240">
            <a:solidFill>
              <a:srgbClr val="2222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3291840" y="2606040"/>
            <a:ext cx="29260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Surveillance Camera Detection</a:t>
            </a:r>
            <a:endParaRPr lang="en-US" sz="10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R-CNN (Detectron2)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754880" y="3319272"/>
            <a:ext cx="0" cy="0"/>
          </a:xfrm>
          <a:prstGeom prst="line">
            <a:avLst/>
          </a:prstGeom>
          <a:noFill/>
          <a:ln w="1905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645152" y="3227832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11111"/>
                </a:solidFill>
              </a:rPr>
              <a:t>▼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00400" y="3429000"/>
            <a:ext cx="3108960" cy="713232"/>
          </a:xfrm>
          <a:prstGeom prst="rect">
            <a:avLst/>
          </a:prstGeom>
          <a:solidFill>
            <a:srgbClr val="FFFFFF"/>
          </a:solidFill>
          <a:ln w="15240">
            <a:solidFill>
              <a:srgbClr val="22222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3291840" y="3429000"/>
            <a:ext cx="29260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Processing </a:t>
            </a:r>
          </a:p>
          <a:p>
            <a:pPr algn="ctr"/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NMS + Score Aggregation</a:t>
            </a:r>
            <a:endParaRPr lang="en-US" sz="800" b="1" dirty="0"/>
          </a:p>
          <a:p>
            <a:pPr algn="ctr"/>
            <a:r>
              <a:rPr lang="en-US" sz="8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</a:t>
            </a:r>
            <a:r>
              <a:rPr lang="en-US" sz="800" dirty="0" err="1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</a:t>
            </a:r>
            <a:r>
              <a:rPr lang="en-US" sz="8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0.4 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754880" y="4142232"/>
            <a:ext cx="0" cy="0"/>
          </a:xfrm>
          <a:prstGeom prst="line">
            <a:avLst/>
          </a:prstGeom>
          <a:noFill/>
          <a:ln w="1905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4645152" y="4005072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11111"/>
                </a:solidFill>
              </a:rPr>
              <a:t>▼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200400" y="4206240"/>
            <a:ext cx="3108960" cy="713232"/>
          </a:xfrm>
          <a:prstGeom prst="rect">
            <a:avLst/>
          </a:prstGeom>
          <a:solidFill>
            <a:srgbClr val="FFFFFF"/>
          </a:solidFill>
          <a:ln w="15240">
            <a:solidFill>
              <a:srgbClr val="2222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3291840" y="4206240"/>
            <a:ext cx="29260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Validation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7040880" y="2933236"/>
            <a:ext cx="1828800" cy="1005840"/>
          </a:xfrm>
          <a:prstGeom prst="rect">
            <a:avLst/>
          </a:prstGeom>
          <a:solidFill>
            <a:srgbClr val="FFFFFF"/>
          </a:solidFill>
          <a:ln w="15240">
            <a:solidFill>
              <a:srgbClr val="2222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7178040" y="2926080"/>
            <a:ext cx="1645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Detections</a:t>
            </a:r>
            <a:endParaRPr lang="en-US" sz="10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· Bounding Box · Confidence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309360" y="4562856"/>
            <a:ext cx="228600" cy="0"/>
          </a:xfrm>
          <a:prstGeom prst="line">
            <a:avLst/>
          </a:prstGeom>
          <a:noFill/>
          <a:ln w="1905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6537960" y="3429000"/>
            <a:ext cx="0" cy="1133856"/>
          </a:xfrm>
          <a:prstGeom prst="line">
            <a:avLst/>
          </a:prstGeom>
          <a:noFill/>
          <a:ln w="1905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6537960" y="3429000"/>
            <a:ext cx="457200" cy="0"/>
          </a:xfrm>
          <a:prstGeom prst="line">
            <a:avLst/>
          </a:prstGeom>
          <a:noFill/>
          <a:ln w="1905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6903720" y="333756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0" y="4956048"/>
            <a:ext cx="9144000" cy="18288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274320" y="4965192"/>
            <a:ext cx="8595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</TotalTime>
  <Words>67</Words>
  <Application>Microsoft Macintosh PowerPoint</Application>
  <PresentationFormat>On-screen Show (16:9)</PresentationFormat>
  <Paragraphs>28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Surveillance Detection Pipeline</dc:title>
  <dc:subject>PptxGenJS Presentation</dc:subject>
  <dc:creator>PptxGenJS</dc:creator>
  <cp:lastModifiedBy>Mariya Mushtaq</cp:lastModifiedBy>
  <cp:revision>2</cp:revision>
  <dcterms:created xsi:type="dcterms:W3CDTF">2026-04-14T17:27:43Z</dcterms:created>
  <dcterms:modified xsi:type="dcterms:W3CDTF">2026-04-14T19:20:23Z</dcterms:modified>
</cp:coreProperties>
</file>